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7899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Executive Business Review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/>
            </a:pPr>
            <a:r>
              <a:t>Fictional account: Evergreen AI · Q3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737360"/>
            <a:ext cx="105156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100"/>
              </a:spcAft>
              <a:defRPr sz="1600"/>
            </a:pPr>
            <a:r>
              <a:t>A business review designed around outcomes, risk and next-quarter decisions - not a feature-usage dump.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46520"/>
            <a:ext cx="106070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/>
            </a:pPr>
            <a:r>
              <a:t>Namso Perpetua Uye · Independent portfolio case study · Sample data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7899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Executive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/>
            </a:pPr>
            <a:r>
              <a:t>What changed this quarter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737360"/>
            <a:ext cx="2468880" cy="1005840"/>
          </a:xfrm>
          <a:prstGeom prst="roundRect">
            <a:avLst/>
          </a:prstGeom>
          <a:solidFill>
            <a:srgbClr val="F5F2ED"/>
          </a:solidFill>
          <a:ln>
            <a:solidFill>
              <a:srgbClr val="D8D2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300" b="1"/>
            </a:pPr>
            <a:r>
              <a:t>91</a:t>
            </a:r>
          </a:p>
          <a:p>
            <a:pPr>
              <a:defRPr sz="1000"/>
            </a:pPr>
            <a:r>
              <a:t>Adoption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474720" y="1737360"/>
            <a:ext cx="2468880" cy="1005840"/>
          </a:xfrm>
          <a:prstGeom prst="roundRect">
            <a:avLst/>
          </a:prstGeom>
          <a:solidFill>
            <a:srgbClr val="F5F2ED"/>
          </a:solidFill>
          <a:ln>
            <a:solidFill>
              <a:srgbClr val="D8D2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300" b="1"/>
            </a:pPr>
            <a:r>
              <a:t>89</a:t>
            </a:r>
          </a:p>
          <a:p>
            <a:pPr>
              <a:defRPr sz="1000"/>
            </a:pPr>
            <a:r>
              <a:t>Engagement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737360"/>
            <a:ext cx="2468880" cy="1005840"/>
          </a:xfrm>
          <a:prstGeom prst="roundRect">
            <a:avLst/>
          </a:prstGeom>
          <a:solidFill>
            <a:srgbClr val="F5F2ED"/>
          </a:solidFill>
          <a:ln>
            <a:solidFill>
              <a:srgbClr val="D8D2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300" b="1"/>
            </a:pPr>
            <a:r>
              <a:t>94</a:t>
            </a:r>
          </a:p>
          <a:p>
            <a:pPr>
              <a:defRPr sz="1000"/>
            </a:pPr>
            <a:r>
              <a:t>Outcome progress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961120" y="1737360"/>
            <a:ext cx="2468880" cy="1005840"/>
          </a:xfrm>
          <a:prstGeom prst="roundRect">
            <a:avLst/>
          </a:prstGeom>
          <a:solidFill>
            <a:srgbClr val="F5F2ED"/>
          </a:solidFill>
          <a:ln>
            <a:solidFill>
              <a:srgbClr val="D8D2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300" b="1"/>
            </a:pPr>
            <a:r>
              <a:t>Healthy</a:t>
            </a:r>
          </a:p>
          <a:p>
            <a:pPr>
              <a:defRPr sz="1000"/>
            </a:pPr>
            <a:r>
              <a:t>Health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063239"/>
            <a:ext cx="105156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100"/>
              </a:spcAft>
              <a:defRPr sz="1600"/>
            </a:pPr>
            <a:r>
              <a:t>Adoption remained strong across core workflows.</a:t>
            </a:r>
          </a:p>
          <a:p>
            <a:pPr>
              <a:spcAft>
                <a:spcPts val="1100"/>
              </a:spcAft>
              <a:defRPr sz="1600"/>
            </a:pPr>
            <a:r>
              <a:t>Executive engagement improved after a structured success-plan reset.</a:t>
            </a:r>
          </a:p>
          <a:p>
            <a:pPr>
              <a:spcAft>
                <a:spcPts val="1100"/>
              </a:spcAft>
              <a:defRPr sz="1600"/>
            </a:pPr>
            <a:r>
              <a:t>One integration reliability issue remains the primary risk to broader adoption.</a:t>
            </a:r>
          </a:p>
          <a:p>
            <a:pPr>
              <a:spcAft>
                <a:spcPts val="1100"/>
              </a:spcAft>
              <a:defRPr sz="1600"/>
            </a:pPr>
            <a:r>
              <a:t>Next-quarter focus: stabilize the integration, expand secondary workflow adoption and quantify operational value.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446520"/>
            <a:ext cx="106070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/>
            </a:pPr>
            <a:r>
              <a:t>Namso Perpetua Uye · Independent portfolio case study · Sample data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7899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Customer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/>
            </a:pPr>
            <a:r>
              <a:t>What the customer is trying to achieve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737360"/>
            <a:ext cx="105156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100"/>
              </a:spcAft>
              <a:defRPr sz="1600"/>
            </a:pPr>
            <a:r>
              <a:t>Reduce manual operational work across the primary workflow.</a:t>
            </a:r>
          </a:p>
          <a:p>
            <a:pPr>
              <a:spcAft>
                <a:spcPts val="1100"/>
              </a:spcAft>
              <a:defRPr sz="1600"/>
            </a:pPr>
            <a:r>
              <a:t>Increase consistency across teams using the platform.</a:t>
            </a:r>
          </a:p>
          <a:p>
            <a:pPr>
              <a:spcAft>
                <a:spcPts val="1100"/>
              </a:spcAft>
              <a:defRPr sz="1600"/>
            </a:pPr>
            <a:r>
              <a:t>Give leadership clearer evidence of adoption and operational value.</a:t>
            </a:r>
          </a:p>
          <a:p>
            <a:pPr>
              <a:spcAft>
                <a:spcPts val="1100"/>
              </a:spcAft>
              <a:defRPr sz="1600"/>
            </a:pPr>
            <a:r>
              <a:t>Scale usage without increasing support dependency.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46520"/>
            <a:ext cx="106070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/>
            </a:pPr>
            <a:r>
              <a:t>Namso Perpetua Uye · Independent portfolio case study · Sample data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7899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Adoption &amp; engagement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/>
            </a:pPr>
            <a:r>
              <a:t>Signals that matter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737360"/>
            <a:ext cx="105156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100"/>
              </a:spcAft>
              <a:defRPr sz="1600"/>
            </a:pPr>
            <a:r>
              <a:t>Core workflow adoption is strong and stable.</a:t>
            </a:r>
          </a:p>
          <a:p>
            <a:pPr>
              <a:spcAft>
                <a:spcPts val="1100"/>
              </a:spcAft>
              <a:defRPr sz="1600"/>
            </a:pPr>
            <a:r>
              <a:t>Secondary workflow adoption is uneven across teams.</a:t>
            </a:r>
          </a:p>
          <a:p>
            <a:pPr>
              <a:spcAft>
                <a:spcPts val="1100"/>
              </a:spcAft>
              <a:defRPr sz="1600"/>
            </a:pPr>
            <a:r>
              <a:t>Stakeholder participation improved after named owners and recurring checkpoints.</a:t>
            </a:r>
          </a:p>
          <a:p>
            <a:pPr>
              <a:spcAft>
                <a:spcPts val="1100"/>
              </a:spcAft>
              <a:defRPr sz="1600"/>
            </a:pPr>
            <a:r>
              <a:t>Support contacts are concentrated around one integration.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46520"/>
            <a:ext cx="106070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/>
            </a:pPr>
            <a:r>
              <a:t>Namso Perpetua Uye · Independent portfolio case study · Sample data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7899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Risk &amp; mitigation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/>
            </a:pPr>
            <a:r>
              <a:t>Primary account risk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737360"/>
            <a:ext cx="105156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100"/>
              </a:spcAft>
              <a:defRPr sz="1600"/>
            </a:pPr>
            <a:r>
              <a:t>Recurring integration friction could reduce confidence and slow expansion.</a:t>
            </a:r>
          </a:p>
          <a:p>
            <a:pPr>
              <a:spcAft>
                <a:spcPts val="1100"/>
              </a:spcAft>
              <a:defRPr sz="1600"/>
            </a:pPr>
            <a:r>
              <a:t>Consolidate evidence, reproduce consistently and maintain one cross-functional owner.</a:t>
            </a:r>
          </a:p>
          <a:p>
            <a:pPr>
              <a:spcAft>
                <a:spcPts val="1100"/>
              </a:spcAft>
              <a:defRPr sz="1600"/>
            </a:pPr>
            <a:r>
              <a:t>Confirm the affected workflow and validation criteria with the customer.</a:t>
            </a:r>
          </a:p>
          <a:p>
            <a:pPr>
              <a:spcAft>
                <a:spcPts val="1100"/>
              </a:spcAft>
              <a:defRPr sz="1600"/>
            </a:pPr>
            <a:r>
              <a:t>Success signal: lower escalation volume and stable completion.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46520"/>
            <a:ext cx="106070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/>
            </a:pPr>
            <a:r>
              <a:t>Namso Perpetua Uye · Independent portfolio case study · Sample data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7899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Next-quarter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/>
            </a:pPr>
            <a:r>
              <a:t>Owners, outcomes and checkpoints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737360"/>
            <a:ext cx="105156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100"/>
              </a:spcAft>
              <a:defRPr sz="1600"/>
            </a:pPr>
            <a:r>
              <a:t>Integration reliability: Product/Engineering + CS.</a:t>
            </a:r>
          </a:p>
          <a:p>
            <a:pPr>
              <a:spcAft>
                <a:spcPts val="1100"/>
              </a:spcAft>
              <a:defRPr sz="1600"/>
            </a:pPr>
            <a:r>
              <a:t>Secondary workflow adoption: CS + customer champion.</a:t>
            </a:r>
          </a:p>
          <a:p>
            <a:pPr>
              <a:spcAft>
                <a:spcPts val="1100"/>
              </a:spcAft>
              <a:defRPr sz="1600"/>
            </a:pPr>
            <a:r>
              <a:t>Value evidence: CS + customer operations.</a:t>
            </a:r>
          </a:p>
          <a:p>
            <a:pPr>
              <a:spcAft>
                <a:spcPts val="1100"/>
              </a:spcAft>
              <a:defRPr sz="1600"/>
            </a:pPr>
            <a:r>
              <a:t>Executive checkpoint: sponsor review at quarter midpoint.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46520"/>
            <a:ext cx="106070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/>
            </a:pPr>
            <a:r>
              <a:t>Namso Perpetua Uye · Independent portfolio case study · Sample data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7899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Decisions &amp; commitments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/>
            </a:pPr>
            <a:r>
              <a:t>Close with clarity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737360"/>
            <a:ext cx="105156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100"/>
              </a:spcAft>
              <a:defRPr sz="1600"/>
            </a:pPr>
            <a:r>
              <a:t>Customer: confirm workflow owners and baseline data.</a:t>
            </a:r>
          </a:p>
          <a:p>
            <a:pPr>
              <a:spcAft>
                <a:spcPts val="1100"/>
              </a:spcAft>
              <a:defRPr sz="1600"/>
            </a:pPr>
            <a:r>
              <a:t>CS: maintain success plan, risk narrative and executive cadence.</a:t>
            </a:r>
          </a:p>
          <a:p>
            <a:pPr>
              <a:spcAft>
                <a:spcPts val="1100"/>
              </a:spcAft>
              <a:defRPr sz="1600"/>
            </a:pPr>
            <a:r>
              <a:t>Product/Engineering: provide investigation status and validation path.</a:t>
            </a:r>
          </a:p>
          <a:p>
            <a:pPr>
              <a:spcAft>
                <a:spcPts val="1100"/>
              </a:spcAft>
              <a:defRPr sz="1600"/>
            </a:pPr>
            <a:r>
              <a:t>Next EBR: review outcome evidence, adoption expansion and residual risk.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46520"/>
            <a:ext cx="106070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/>
            </a:pPr>
            <a:r>
              <a:t>Namso Perpetua Uye · Independent portfolio case study · Sample data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